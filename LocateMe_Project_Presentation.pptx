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731520"/>
            <a:ext cx="10972800" cy="5303520"/>
          </a:xfrm>
          <a:prstGeom prst="roundRect">
            <a:avLst/>
          </a:prstGeom>
          <a:solidFill>
            <a:srgbClr val="112D57">
              <a:alpha val="95000"/>
            </a:srgbClr>
          </a:solidFill>
          <a:ln w="12700">
            <a:solidFill>
              <a:srgbClr val="2F4F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LocateMe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143000" y="2286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8E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Location Tracking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2907792"/>
            <a:ext cx="5029200" cy="0"/>
          </a:xfrm>
          <a:prstGeom prst="line">
            <a:avLst/>
          </a:prstGeom>
          <a:noFill/>
          <a:ln w="12700">
            <a:solidFill>
              <a:srgbClr val="7AA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200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6D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Presentation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37490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stack: Next.js 16 • Express.js • MongoDB • Socket.IO • Mapbox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235440" y="6172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BC2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Updated: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and Objective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0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Secure, consent-based location sharing for everyday safety and coordination.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location-sharing tools are always-on, privacy-invasive, or difficult to control.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LocateMe focuses on permission-first tracking through OTP verification and explicit user action.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can request, approve, deny, or close tracking sessions with clear visibility.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Deliver fast real-time updates while preserving user trust, security, and transparency.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0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LocateMe delivers today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440680" cy="4206240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C9D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5080" y="1828800"/>
            <a:ext cx="5074920" cy="4206240"/>
          </a:xfrm>
          <a:prstGeom prst="roundRect">
            <a:avLst/>
          </a:prstGeom>
          <a:solidFill>
            <a:srgbClr val="EAF8F7"/>
          </a:solidFill>
          <a:ln w="12700">
            <a:solidFill>
              <a:srgbClr val="B9E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57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Experience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Map-driven interface (Mapbox) with live coordinates and address display.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with request stats: pending, active, denied, total.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page supports request workflow, history, and real-time mode.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 page includes theme preferences and account summary.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2057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D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Capabilities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0" y="251460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JWT-based authentication and protected API routes.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OTP + deny-link flow for tracking consent.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 sharing via HTTP endpoints and Socket.IO events.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retention for latest updates and session management.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Tracking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10515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C"/>
            </a:solidFill>
            <a:prstDash val="solid"/>
          </a:ln>
          <a:effectLst>
            <a:outerShdw sx="100000" sy="100000" kx="0" ky="0" algn="bl" rotWithShape="0" blurRad="25400" dist="50800" dir="2700000">
              <a:srgbClr val="D3DDEA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057400"/>
            <a:ext cx="9966960" cy="530352"/>
          </a:xfrm>
          <a:prstGeom prst="roundRect">
            <a:avLst/>
          </a:prstGeom>
          <a:solidFill>
            <a:srgbClr val="F6F8FE"/>
          </a:solidFill>
          <a:ln w="12700">
            <a:solidFill>
              <a:srgbClr val="D9E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16712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Requester logs in and sends tracking request to target email.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2724912"/>
            <a:ext cx="9966960" cy="530352"/>
          </a:xfrm>
          <a:prstGeom prst="roundRect">
            <a:avLst/>
          </a:prstGeom>
          <a:solidFill>
            <a:srgbClr val="EEF9F8"/>
          </a:solidFill>
          <a:ln w="12700">
            <a:solidFill>
              <a:srgbClr val="C8EC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83464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Backend generates OTP + secure deny token and sends email.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43000" y="3392424"/>
            <a:ext cx="9966960" cy="530352"/>
          </a:xfrm>
          <a:prstGeom prst="roundRect">
            <a:avLst/>
          </a:prstGeom>
          <a:solidFill>
            <a:srgbClr val="F6F8FE"/>
          </a:solidFill>
          <a:ln w="12700">
            <a:solidFill>
              <a:srgbClr val="D9E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350215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Target approves with OTP (or denies via app / email link).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43000" y="4059936"/>
            <a:ext cx="9966960" cy="530352"/>
          </a:xfrm>
          <a:prstGeom prst="roundRect">
            <a:avLst/>
          </a:prstGeom>
          <a:solidFill>
            <a:srgbClr val="EEF9F8"/>
          </a:solidFill>
          <a:ln w="12700">
            <a:solidFill>
              <a:srgbClr val="C8EC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41696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Tracking status changes to active and room access is enabled.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" y="4727448"/>
            <a:ext cx="9966960" cy="530352"/>
          </a:xfrm>
          <a:prstGeom prst="roundRect">
            <a:avLst/>
          </a:prstGeom>
          <a:solidFill>
            <a:srgbClr val="F6F8FE"/>
          </a:solidFill>
          <a:ln w="12700">
            <a:solidFill>
              <a:srgbClr val="D9E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483717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Target shares location (GPS/IP) and requester receives updates.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43000" y="5394960"/>
            <a:ext cx="9966960" cy="530352"/>
          </a:xfrm>
          <a:prstGeom prst="roundRect">
            <a:avLst/>
          </a:prstGeom>
          <a:solidFill>
            <a:srgbClr val="EEF9F8"/>
          </a:solidFill>
          <a:ln w="12700">
            <a:solidFill>
              <a:srgbClr val="C8EC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550468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Session can be closed anytime; denied/closed states are preserved.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0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full-stack system with API and WebSocket channels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703320" cy="43891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C8D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011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(Next.js 16)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2633472"/>
            <a:ext cx="3474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AuthContext for session/token handling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Pages: Home, Dashboard, Track, Settings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component using Mapbox GL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hook: useLocationTracking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3703320" cy="4389120"/>
          </a:xfrm>
          <a:prstGeom prst="roundRect">
            <a:avLst/>
          </a:prstGeom>
          <a:solidFill>
            <a:srgbClr val="E9FAF8"/>
          </a:solidFill>
          <a:ln w="12700">
            <a:solidFill>
              <a:srgbClr val="BEEA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2011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(Express + Socket.IO)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01184" y="2633472"/>
            <a:ext cx="3474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auth and tracking routes (/api/auth/*)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OTP lifecycle, deny links, status management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 rooms: tracking-{email}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Middleware: auth, sanitize, rate limit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78240" y="1828800"/>
            <a:ext cx="3703320" cy="438912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7DA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79408" y="2011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and Services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24544" y="2633472"/>
            <a:ext cx="3474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with User + trackingRequests schema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 history (capped list)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Nodemailer for OTP/notification delivery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geocoding + map visualization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and Real-Time Interfaces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REST endpoints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394960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42316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/auth/register and /auth/login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/auth/me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/auth/send-tracking-otp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/auth/verify-otp and /auth/deny-tracking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/auth/tracking-status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/auth/share-location / update-location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/auth/tracked-user-location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/auth/close-tracking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events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2148840"/>
            <a:ext cx="4937760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42316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join-tracking-room / leave-tracking-room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send-location / location-received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request-location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get-active-tracking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ping / pong heartbeat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and connect_error handling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and Privacy by Design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Consent-first model: tracking starts only after OTP verification by the target user.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JWT-protected APIs and WebSocket auth middleware for authenticated sessions.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limiting and sanitization middleware reduce abuse, injection, and brute-force risk.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Coordinate validation and structured error handling improve reliability and safety.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Tracking sessions can be denied or closed anytime, preserving user control.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Testing, Reliability, and Operations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103327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48840"/>
            <a:ext cx="9875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 (Jest): auth controller, rate-limit middleware, sanitize middleware.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endpoint (/api/health) and structured error responses for diagnostics.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CORS + Helmet + payload-size limits for baseline production hardening.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 reconnection strategy with capped retry attempts.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&gt;=18 backend runtime and TypeScript-enabled frontend.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Status and Next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implementation status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4652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enhancements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5394960" cy="3840480"/>
          </a:xfrm>
          <a:prstGeom prst="roundRect">
            <a:avLst/>
          </a:prstGeom>
          <a:solidFill>
            <a:srgbClr val="F3F8FF"/>
          </a:solidFill>
          <a:ln w="12700">
            <a:solidFill>
              <a:srgbClr val="CBDB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148840"/>
            <a:ext cx="4846320" cy="3840480"/>
          </a:xfrm>
          <a:prstGeom prst="roundRect">
            <a:avLst/>
          </a:prstGeom>
          <a:solidFill>
            <a:srgbClr val="EEFBF8"/>
          </a:solidFill>
          <a:ln w="12700">
            <a:solidFill>
              <a:srgbClr val="BEE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450592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Authentication, OTP flow, and core tracking workflows are functional.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updates are implemented with room-based Socket.IO events.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and manager tabs expose tracking state and history.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documented via OpenAPI specification.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65392" y="2450592"/>
            <a:ext cx="4526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notifications and mobile-oriented tracking UX.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analytics and geofencing alerts.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export (CSV/PDF) and reporting views.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tuning and broader test coverage.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deployment and monitoring hardening.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Demo Screens - Core UI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0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these screenshots to quickly show the product journey.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749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28800"/>
            <a:ext cx="3749040" cy="438912"/>
          </a:xfrm>
          <a:prstGeom prst="rect">
            <a:avLst/>
          </a:prstGeom>
          <a:solidFill>
            <a:srgbClr val="EEF4FF"/>
          </a:solidFill>
          <a:ln w="12700">
            <a:solidFill>
              <a:srgbClr val="C7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93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/ Landing 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338328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homepage 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A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(Welcome section + globe map background)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53712" y="1828800"/>
            <a:ext cx="3749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828800"/>
            <a:ext cx="3749040" cy="438912"/>
          </a:xfrm>
          <a:prstGeom prst="rect">
            <a:avLst/>
          </a:prstGeom>
          <a:solidFill>
            <a:srgbClr val="EEF4FF"/>
          </a:solidFill>
          <a:ln w="12700">
            <a:solidFill>
              <a:srgbClr val="C7D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9293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6592" y="2331720"/>
            <a:ext cx="338328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dashboard 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A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(Stats cards + quick actions)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1828800"/>
            <a:ext cx="3108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828800"/>
            <a:ext cx="3108960" cy="438912"/>
          </a:xfrm>
          <a:prstGeom prst="rect">
            <a:avLst/>
          </a:prstGeom>
          <a:solidFill>
            <a:srgbClr val="EEF4FF"/>
          </a:solidFill>
          <a:ln w="12700">
            <a:solidFill>
              <a:srgbClr val="C7D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192938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0" y="2331720"/>
            <a:ext cx="274320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settings 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A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(Theme toggle + account info)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Demo Screens - Tracking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0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these to visualize OTP consent and real-time tracking.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5394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5394960" cy="438912"/>
          </a:xfrm>
          <a:prstGeom prst="rect">
            <a:avLst/>
          </a:prstGeom>
          <a:solidFill>
            <a:srgbClr val="EEF4FF"/>
          </a:solidFill>
          <a:ln w="12700">
            <a:solidFill>
              <a:srgbClr val="C7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938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Send Tracking OTP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page 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A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(email input + Send OTP action)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5394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828800"/>
            <a:ext cx="5394960" cy="438912"/>
          </a:xfrm>
          <a:prstGeom prst="rect">
            <a:avLst/>
          </a:prstGeom>
          <a:solidFill>
            <a:srgbClr val="EEF4FF"/>
          </a:solidFill>
          <a:ln w="12700">
            <a:solidFill>
              <a:srgbClr val="C7D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92938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Verify / Deny OTP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33172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page 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A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(OTP input + Accept/Deny buttons)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977640"/>
            <a:ext cx="5394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977640"/>
            <a:ext cx="5394960" cy="438912"/>
          </a:xfrm>
          <a:prstGeom prst="rect">
            <a:avLst/>
          </a:prstGeom>
          <a:solidFill>
            <a:srgbClr val="EEF4FF"/>
          </a:solidFill>
          <a:ln w="12700">
            <a:solidFill>
              <a:srgbClr val="C7D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07822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Live Location 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44805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A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(current location + real-time indicator)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3977640"/>
            <a:ext cx="5394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3977640"/>
            <a:ext cx="5394960" cy="438912"/>
          </a:xfrm>
          <a:prstGeom prst="rect">
            <a:avLst/>
          </a:prstGeom>
          <a:solidFill>
            <a:srgbClr val="EEF4FF"/>
          </a:solidFill>
          <a:ln w="12700">
            <a:solidFill>
              <a:srgbClr val="C7D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407822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Tracking Manager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44805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A76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(pending/active/history tabs)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3E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LocateMe is designed for secure, consent-driven, real-time location collaboration.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10424160" cy="1554480"/>
          </a:xfrm>
          <a:prstGeom prst="roundRect">
            <a:avLst/>
          </a:prstGeom>
          <a:solidFill>
            <a:srgbClr val="103262"/>
          </a:solidFill>
          <a:ln w="12700">
            <a:solidFill>
              <a:srgbClr val="2E5E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/ Demo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4709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Frontend: Next.js + Mapbox | Backend: Express + MongoDB + Socket.IO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LocateMe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LocateMe - Real-Time Location Tracking Platform</dc:title>
  <dc:subject>LocateMe project presentation</dc:subject>
  <dc:creator>LocateMe Team</dc:creator>
  <cp:lastModifiedBy>LocateMe Team</cp:lastModifiedBy>
  <cp:revision>1</cp:revision>
  <dcterms:created xsi:type="dcterms:W3CDTF">2026-04-14T17:08:07Z</dcterms:created>
  <dcterms:modified xsi:type="dcterms:W3CDTF">2026-04-14T17:08:07Z</dcterms:modified>
</cp:coreProperties>
</file>